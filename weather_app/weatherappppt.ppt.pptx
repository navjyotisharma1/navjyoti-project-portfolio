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6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4AA1C-5B2D-432A-9AEC-202A8E966C3A}" type="datetimeFigureOut">
              <a:rPr lang="en-IN" smtClean="0"/>
              <a:t>15-10-2024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7CE4F-D76F-4EA6-8B48-F2543B06E4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91678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4AA1C-5B2D-432A-9AEC-202A8E966C3A}" type="datetimeFigureOut">
              <a:rPr lang="en-IN" smtClean="0"/>
              <a:t>15-10-2024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7CE4F-D76F-4EA6-8B48-F2543B06E4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89977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4AA1C-5B2D-432A-9AEC-202A8E966C3A}" type="datetimeFigureOut">
              <a:rPr lang="en-IN" smtClean="0"/>
              <a:t>15-10-2024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7CE4F-D76F-4EA6-8B48-F2543B06E4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62503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4AA1C-5B2D-432A-9AEC-202A8E966C3A}" type="datetimeFigureOut">
              <a:rPr lang="en-IN" smtClean="0"/>
              <a:t>15-10-2024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7CE4F-D76F-4EA6-8B48-F2543B06E4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26563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4AA1C-5B2D-432A-9AEC-202A8E966C3A}" type="datetimeFigureOut">
              <a:rPr lang="en-IN" smtClean="0"/>
              <a:t>15-10-2024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7CE4F-D76F-4EA6-8B48-F2543B06E4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12080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4AA1C-5B2D-432A-9AEC-202A8E966C3A}" type="datetimeFigureOut">
              <a:rPr lang="en-IN" smtClean="0"/>
              <a:t>15-10-2024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7CE4F-D76F-4EA6-8B48-F2543B06E4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99585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4AA1C-5B2D-432A-9AEC-202A8E966C3A}" type="datetimeFigureOut">
              <a:rPr lang="en-IN" smtClean="0"/>
              <a:t>15-10-2024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7CE4F-D76F-4EA6-8B48-F2543B06E4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9318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4AA1C-5B2D-432A-9AEC-202A8E966C3A}" type="datetimeFigureOut">
              <a:rPr lang="en-IN" smtClean="0"/>
              <a:t>15-10-2024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7CE4F-D76F-4EA6-8B48-F2543B06E4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30062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4AA1C-5B2D-432A-9AEC-202A8E966C3A}" type="datetimeFigureOut">
              <a:rPr lang="en-IN" smtClean="0"/>
              <a:t>15-10-2024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7CE4F-D76F-4EA6-8B48-F2543B06E4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06723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4AA1C-5B2D-432A-9AEC-202A8E966C3A}" type="datetimeFigureOut">
              <a:rPr lang="en-IN" smtClean="0"/>
              <a:t>15-10-2024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7CE4F-D76F-4EA6-8B48-F2543B06E4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1371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4AA1C-5B2D-432A-9AEC-202A8E966C3A}" type="datetimeFigureOut">
              <a:rPr lang="en-IN" smtClean="0"/>
              <a:t>15-10-2024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7CE4F-D76F-4EA6-8B48-F2543B06E4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17430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64AA1C-5B2D-432A-9AEC-202A8E966C3A}" type="datetimeFigureOut">
              <a:rPr lang="en-IN" smtClean="0"/>
              <a:t>15-10-2024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37CE4F-D76F-4EA6-8B48-F2543B06E4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138284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8" r:id="rId1"/>
    <p:sldLayoutId id="2147483739" r:id="rId2"/>
    <p:sldLayoutId id="2147483740" r:id="rId3"/>
    <p:sldLayoutId id="2147483741" r:id="rId4"/>
    <p:sldLayoutId id="2147483742" r:id="rId5"/>
    <p:sldLayoutId id="2147483743" r:id="rId6"/>
    <p:sldLayoutId id="2147483744" r:id="rId7"/>
    <p:sldLayoutId id="2147483745" r:id="rId8"/>
    <p:sldLayoutId id="2147483746" r:id="rId9"/>
    <p:sldLayoutId id="2147483747" r:id="rId10"/>
    <p:sldLayoutId id="214748374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en/clouds-blue-sky-weather-sky-day-422256/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openclipart.org/detail/18414" TargetMode="Externa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openweathermap.org/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59000"/>
            <a:lum/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08892BE-9CF3-E620-9043-0E3161CBEE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6160" y="5859193"/>
            <a:ext cx="3664218" cy="481949"/>
          </a:xfrm>
          <a:blipFill>
            <a:blip r:embed="rId4">
              <a:alphaModFix amt="59000"/>
            </a:blip>
            <a:tile tx="0" ty="0" sx="100000" sy="100000" flip="none" algn="tl"/>
          </a:blipFill>
        </p:spPr>
        <p:txBody>
          <a:bodyPr>
            <a:norm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Presented by – Navjyoti Sharma</a:t>
            </a:r>
            <a:endParaRPr lang="en-IN" sz="2000" dirty="0">
              <a:solidFill>
                <a:srgbClr val="FF0000"/>
              </a:solidFill>
            </a:endParaRPr>
          </a:p>
        </p:txBody>
      </p:sp>
      <p:sp>
        <p:nvSpPr>
          <p:cNvPr id="9" name="Subtitle 8">
            <a:extLst>
              <a:ext uri="{FF2B5EF4-FFF2-40B4-BE49-F238E27FC236}">
                <a16:creationId xmlns:a16="http://schemas.microsoft.com/office/drawing/2014/main" id="{740A5E90-7703-3159-5F71-B1B7A9551A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6160" y="337625"/>
            <a:ext cx="9144000" cy="1856936"/>
          </a:xfrm>
        </p:spPr>
        <p:txBody>
          <a:bodyPr>
            <a:normAutofit/>
          </a:bodyPr>
          <a:lstStyle/>
          <a:p>
            <a:r>
              <a:rPr lang="en-US" sz="5400" b="1" dirty="0">
                <a:solidFill>
                  <a:schemeClr val="tx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WEATHER APP USING PYTHON PROGRAMMING </a:t>
            </a:r>
            <a:endParaRPr lang="en-IN" sz="5400" b="1" dirty="0">
              <a:solidFill>
                <a:schemeClr val="tx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5250817-A587-FF91-C353-A5A253E4420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7526631" y="2194560"/>
            <a:ext cx="4339209" cy="4325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45603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988CC2-931E-5137-3141-04C453A14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311425"/>
            <a:ext cx="8761413" cy="1272209"/>
          </a:xfrm>
        </p:spPr>
        <p:txBody>
          <a:bodyPr>
            <a:no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PYTHON  PROGRAMMING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57F2A8-2B48-8DEC-0A22-CAA3877B56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0714" y="1842869"/>
            <a:ext cx="8825659" cy="4352014"/>
          </a:xfrm>
        </p:spPr>
        <p:txBody>
          <a:bodyPr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is an interpreted , object-oriented , high-level programming language with dynamic semantics.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Python’s simple , easy to learn syntax emphasizes readability and therefore reduces the cost of program maintenance.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supports modules and packages , which encourages program modularity and code reuse.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major focus behind creating it is making it easier for developers to read and understand , also reducing the lines of code.</a:t>
            </a:r>
          </a:p>
        </p:txBody>
      </p:sp>
    </p:spTree>
    <p:extLst>
      <p:ext uri="{BB962C8B-B14F-4D97-AF65-F5344CB8AC3E}">
        <p14:creationId xmlns:p14="http://schemas.microsoft.com/office/powerpoint/2010/main" val="23623112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99D0E4-F6EB-5C4D-A9C4-1E198C1CB5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WEATHER APP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3F1D66-5E05-BCCB-D160-906773ED87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64899"/>
            <a:ext cx="10515600" cy="3446586"/>
          </a:xfrm>
        </p:spPr>
        <p:txBody>
          <a:bodyPr/>
          <a:lstStyle/>
          <a:p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Weather App is the application of science and technology to predict the conditions of the atmosphere for a given location and time.</a:t>
            </a:r>
          </a:p>
          <a:p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People have attempted to predict the weather informally for millennia and formally since the 19th century.</a:t>
            </a:r>
          </a:p>
          <a:p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 other words, it's a way of predicting things like cloud cover, rain, snow, wind speed, and temperature before they happen.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94923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F32702-9AF7-D659-FC5B-D009FEA8CA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9489" y="365125"/>
            <a:ext cx="11044311" cy="1325563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STEPS TO CREATE WEATHER APP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B1E353-BAF1-F2CB-7E2D-8CF955995A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10154"/>
            <a:ext cx="10515600" cy="4066809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Install and import modules</a:t>
            </a:r>
          </a:p>
          <a:p>
            <a:r>
              <a:rPr lang="en-IN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OpenWeatherMap API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Initialize the Tkinter Window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Weather Function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Coding the GUI</a:t>
            </a:r>
          </a:p>
          <a:p>
            <a:endParaRPr lang="en-IN" b="0" i="0" dirty="0">
              <a:effectLst/>
              <a:latin typeface="-apple-system"/>
            </a:endParaRPr>
          </a:p>
          <a:p>
            <a:pPr marL="0" indent="0">
              <a:buNone/>
            </a:pPr>
            <a:r>
              <a:rPr lang="en-US" dirty="0"/>
              <a:t>   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423096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32B6E5-18CA-77C5-3ABA-15C67CC1C7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INSTALL AND IMPORT MODULES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6090C3-456F-5EF7-9CF0-85B543AD99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47778"/>
            <a:ext cx="10515600" cy="327777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install Tkinter , open the command prompt and give the command.       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[ pip install tkinter]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install requests , open the command prompt and give the command.       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[ pip install requests]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191184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796F8C-03AE-DE1E-B165-4490F95988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97915"/>
          </a:xfrm>
        </p:spPr>
        <p:txBody>
          <a:bodyPr/>
          <a:lstStyle/>
          <a:p>
            <a:r>
              <a:rPr lang="en-US" dirty="0"/>
              <a:t>                 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TKINTER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4FAEFB-AB40-6486-332B-55B9268ACF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3040"/>
            <a:ext cx="10515600" cy="5029835"/>
          </a:xfrm>
        </p:spPr>
        <p:txBody>
          <a:bodyPr>
            <a:normAutofit fontScale="25000" lnSpcReduction="20000"/>
          </a:bodyPr>
          <a:lstStyle/>
          <a:p>
            <a:endParaRPr lang="en-US" sz="112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Python provides the standard library Tkinter for creating the graphical user interface for desktop based applications.</a:t>
            </a:r>
          </a:p>
          <a:p>
            <a:endParaRPr lang="en-US" sz="112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 empty Tkinter top-level window can be created by using the following steps.</a:t>
            </a:r>
          </a:p>
          <a:p>
            <a:pPr marL="0" indent="0">
              <a:buNone/>
            </a:pPr>
            <a:endParaRPr lang="en-US" sz="112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>
              <a:buFont typeface="+mj-lt"/>
              <a:buAutoNum type="romanLcPeriod"/>
            </a:pPr>
            <a:r>
              <a:rPr lang="en-US" sz="1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 the Tkinter module.</a:t>
            </a:r>
          </a:p>
          <a:p>
            <a:pPr marL="571500" indent="-571500">
              <a:buFont typeface="+mj-lt"/>
              <a:buAutoNum type="romanLcPeriod"/>
            </a:pPr>
            <a:r>
              <a:rPr lang="en-US" sz="1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the main application window.</a:t>
            </a:r>
          </a:p>
          <a:p>
            <a:pPr marL="571500" indent="-571500">
              <a:buFont typeface="+mj-lt"/>
              <a:buAutoNum type="romanLcPeriod"/>
            </a:pPr>
            <a:r>
              <a:rPr lang="en-US" sz="1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the widgets like labels , buttons , frames , etc. to the window.</a:t>
            </a:r>
          </a:p>
          <a:p>
            <a:pPr marL="571500" indent="-571500">
              <a:buFont typeface="+mj-lt"/>
              <a:buAutoNum type="romanLcPeriod"/>
            </a:pPr>
            <a:r>
              <a:rPr lang="en-US" sz="1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Call the main event loop so that the actions can take place on the user’s computer screen.</a:t>
            </a:r>
          </a:p>
        </p:txBody>
      </p:sp>
    </p:spTree>
    <p:extLst>
      <p:ext uri="{BB962C8B-B14F-4D97-AF65-F5344CB8AC3E}">
        <p14:creationId xmlns:p14="http://schemas.microsoft.com/office/powerpoint/2010/main" val="5722145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268DCB-C82A-7F3D-B1FB-26FE00C763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STEPS TO GENERATE AN API KEY</a:t>
            </a:r>
            <a:br>
              <a:rPr lang="en-US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D41DD4-F5C0-4973-2751-7A61334600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802187"/>
          </a:xfrm>
        </p:spPr>
        <p:txBody>
          <a:bodyPr>
            <a:normAutofit lnSpcReduction="10000"/>
          </a:bodyPr>
          <a:lstStyle/>
          <a:p>
            <a:pPr marL="0" indent="0" algn="l" fontAlgn="base">
              <a:buNone/>
            </a:pPr>
            <a:endParaRPr lang="en-US" b="1" i="0" dirty="0">
              <a:solidFill>
                <a:srgbClr val="273239"/>
              </a:solidFill>
              <a:effectLst/>
              <a:latin typeface="Nunito" panose="020F0502020204030204" pitchFamily="2" charset="0"/>
            </a:endParaRP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Login in the </a:t>
            </a:r>
            <a:r>
              <a:rPr lang="en-US" b="0" i="0" u="sng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Weather Map</a:t>
            </a:r>
            <a:endParaRPr lang="en-US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Go to the </a:t>
            </a:r>
            <a:r>
              <a:rPr lang="en-US" b="0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API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section. Then in the </a:t>
            </a:r>
            <a:r>
              <a:rPr lang="en-US" b="0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Current Weather Data 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section click on the </a:t>
            </a:r>
            <a:r>
              <a:rPr lang="en-US" b="0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Api doc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Now in the </a:t>
            </a:r>
            <a:r>
              <a:rPr lang="en-US" b="0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API Call 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section, we have the link of </a:t>
            </a:r>
            <a:r>
              <a:rPr lang="en-US" b="0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api.openweathermap.org/data/2.5/weather?q={city name}&amp;appid={API key}</a:t>
            </a:r>
            <a:endParaRPr lang="en-US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Click on the </a:t>
            </a:r>
            <a:r>
              <a:rPr lang="en-US" b="0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API key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on the link it will direct to the page from where you can get the key. The generated key looks like this: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Key                                                               Name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[3c91f2ad78ccc17451c13dd68f107148</a:t>
            </a:r>
            <a:r>
              <a:rPr lang="en-IN" dirty="0"/>
              <a:t>]           gfg</a:t>
            </a:r>
          </a:p>
        </p:txBody>
      </p:sp>
    </p:spTree>
    <p:extLst>
      <p:ext uri="{BB962C8B-B14F-4D97-AF65-F5344CB8AC3E}">
        <p14:creationId xmlns:p14="http://schemas.microsoft.com/office/powerpoint/2010/main" val="8756654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EF0F82-9E82-75BD-4A7D-8A2E2C54C2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1645B705-7D80-1F97-3F2B-C975A43CE0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8340" b="11773"/>
          <a:stretch/>
        </p:blipFill>
        <p:spPr>
          <a:xfrm>
            <a:off x="6433625" y="2502010"/>
            <a:ext cx="5546145" cy="3263705"/>
          </a:xfr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42EDF59-090B-6359-4436-326D73470FB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8769" b="30452"/>
          <a:stretch/>
        </p:blipFill>
        <p:spPr>
          <a:xfrm>
            <a:off x="212230" y="2502010"/>
            <a:ext cx="5546146" cy="3263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98825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A319EB-9ED7-9BB6-C129-58965857F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7885" y="694909"/>
            <a:ext cx="9010338" cy="132556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442E3A-AFF9-2360-2F80-D154A8BF5D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90124"/>
            <a:ext cx="10515600" cy="2776355"/>
          </a:xfrm>
        </p:spPr>
        <p:txBody>
          <a:bodyPr/>
          <a:lstStyle/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Weather is apart of our everyday lives and we need to track of it so we can acclimate to its changes . We can keep track of weather using the different weather instruments.</a:t>
            </a:r>
          </a:p>
        </p:txBody>
      </p:sp>
    </p:spTree>
    <p:extLst>
      <p:ext uri="{BB962C8B-B14F-4D97-AF65-F5344CB8AC3E}">
        <p14:creationId xmlns:p14="http://schemas.microsoft.com/office/powerpoint/2010/main" val="12506646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75FB50-10ED-991C-2E87-9E8BDA4858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8800" dirty="0"/>
              <a:t>      </a:t>
            </a:r>
            <a:r>
              <a:rPr lang="en-US" sz="8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</a:t>
            </a:r>
          </a:p>
          <a:p>
            <a:pPr marL="0" indent="0">
              <a:buNone/>
            </a:pPr>
            <a:r>
              <a:rPr lang="en-US" sz="8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YOU  </a:t>
            </a:r>
          </a:p>
        </p:txBody>
      </p:sp>
      <p:sp>
        <p:nvSpPr>
          <p:cNvPr id="5" name="Smiley Face 4">
            <a:extLst>
              <a:ext uri="{FF2B5EF4-FFF2-40B4-BE49-F238E27FC236}">
                <a16:creationId xmlns:a16="http://schemas.microsoft.com/office/drawing/2014/main" id="{18641588-6409-6E41-6DE1-72031E014BBE}"/>
              </a:ext>
            </a:extLst>
          </p:cNvPr>
          <p:cNvSpPr/>
          <p:nvPr/>
        </p:nvSpPr>
        <p:spPr>
          <a:xfrm>
            <a:off x="8140351" y="3429000"/>
            <a:ext cx="2166426" cy="2001129"/>
          </a:xfrm>
          <a:prstGeom prst="smileyFac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32796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F46216B-77A9-411A-B9D3-5023FCB7020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1840</TotalTime>
  <Words>447</Words>
  <Application>Microsoft Office PowerPoint</Application>
  <PresentationFormat>Widescreen</PresentationFormat>
  <Paragraphs>49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-apple-system</vt:lpstr>
      <vt:lpstr>Arial</vt:lpstr>
      <vt:lpstr>Calibri</vt:lpstr>
      <vt:lpstr>Calibri Light</vt:lpstr>
      <vt:lpstr>Nunito</vt:lpstr>
      <vt:lpstr>Times New Roman</vt:lpstr>
      <vt:lpstr>Office Theme</vt:lpstr>
      <vt:lpstr>Presented by – Navjyoti Sharma</vt:lpstr>
      <vt:lpstr>          PYTHON  PROGRAMMING </vt:lpstr>
      <vt:lpstr>                      WEATHER APP</vt:lpstr>
      <vt:lpstr>     STEPS TO CREATE WEATHER APP</vt:lpstr>
      <vt:lpstr>      INSTALL AND IMPORT MODULES</vt:lpstr>
      <vt:lpstr>                  PYTHON TKINTER</vt:lpstr>
      <vt:lpstr>     STEPS TO GENERATE AN API KEY </vt:lpstr>
      <vt:lpstr>                             OUTPUT</vt:lpstr>
      <vt:lpstr>                   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INDUSTRIAL TRAINING PROJECT</dc:title>
  <dc:creator>Priyanka Thakur</dc:creator>
  <cp:lastModifiedBy>Navjyoti Sharma</cp:lastModifiedBy>
  <cp:revision>3</cp:revision>
  <dcterms:created xsi:type="dcterms:W3CDTF">2023-11-23T11:43:11Z</dcterms:created>
  <dcterms:modified xsi:type="dcterms:W3CDTF">2024-10-15T10:21:30Z</dcterms:modified>
</cp:coreProperties>
</file>